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9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569300-4546-F74F-482E-B4BE983E1D48}" v="124" dt="2026-06-17T17:55:24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01A38-021D-425C-9B84-C5DFBC9BFE62}" type="datetimeFigureOut"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E68DDE-9AAD-489A-BE93-BEDA3D32DA5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20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E68DDE-9AAD-489A-BE93-BEDA3D32DA52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01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E68DDE-9AAD-489A-BE93-BEDA3D32DA52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5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E68DDE-9AAD-489A-BE93-BEDA3D32DA52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779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E68DDE-9AAD-489A-BE93-BEDA3D32DA52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710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E68DDE-9AAD-489A-BE93-BEDA3D32DA52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26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E68DDE-9AAD-489A-BE93-BEDA3D32DA52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074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E68DDE-9AAD-489A-BE93-BEDA3D32DA52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598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E68DDE-9AAD-489A-BE93-BEDA3D32DA52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02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E68DDE-9AAD-489A-BE93-BEDA3D32DA52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29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E68DDE-9AAD-489A-BE93-BEDA3D32DA52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10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E68DDE-9AAD-489A-BE93-BEDA3D32DA52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3279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E68DDE-9AAD-489A-BE93-BEDA3D32DA52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1319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E68DDE-9AAD-489A-BE93-BEDA3D32DA52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247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F0FDD0-4C77-505C-06EB-14AB0DE58620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2223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- General Use</a:t>
            </a: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02BD73-8F80-990E-79AE-B9B7CD1888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58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BC28CD-BF24-E56D-17BA-D02A3991A9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782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269063A8-C134-A4A0-C21E-1813816A5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657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diagram of security features&#10;&#10;AI-generated content may be incorrect.">
            <a:extLst>
              <a:ext uri="{FF2B5EF4-FFF2-40B4-BE49-F238E27FC236}">
                <a16:creationId xmlns:a16="http://schemas.microsoft.com/office/drawing/2014/main" id="{BA5E941B-AD5E-63EF-B55F-8CE5EEE471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30" b="814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694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7EC0CE-71A3-CE55-9F53-DE5E945ED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88" y="0"/>
            <a:ext cx="10685624" cy="6858000"/>
          </a:xfrm>
          <a:prstGeom prst="rect">
            <a:avLst/>
          </a:prstGeom>
        </p:spPr>
      </p:pic>
      <p:pic>
        <p:nvPicPr>
          <p:cNvPr id="3" name="Picture 2" descr="A screenshot of a qr code&#10;&#10;AI-generated content may be incorrect.">
            <a:extLst>
              <a:ext uri="{FF2B5EF4-FFF2-40B4-BE49-F238E27FC236}">
                <a16:creationId xmlns:a16="http://schemas.microsoft.com/office/drawing/2014/main" id="{527DAE24-9F15-5E45-70B1-637C495675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260" y="1480869"/>
            <a:ext cx="6375896" cy="493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985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diagram&#10;&#10;AI-generated content may be incorrect.">
            <a:extLst>
              <a:ext uri="{FF2B5EF4-FFF2-40B4-BE49-F238E27FC236}">
                <a16:creationId xmlns:a16="http://schemas.microsoft.com/office/drawing/2014/main" id="{4492D8EE-830D-1082-DCF2-DFE121E2E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53" y="0"/>
            <a:ext cx="123550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892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2D1F61-41FA-9B97-F9CB-434D70EE8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475" y="0"/>
            <a:ext cx="121978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1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A263B491-4F19-A199-27F4-E56D59EF6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261"/>
            <a:ext cx="12192000" cy="654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99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AB8E6A-9065-F822-DBDB-AA4F79E8A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1" y="0"/>
            <a:ext cx="120566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660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hat&#10;&#10;AI-generated content may be incorrect.">
            <a:extLst>
              <a:ext uri="{FF2B5EF4-FFF2-40B4-BE49-F238E27FC236}">
                <a16:creationId xmlns:a16="http://schemas.microsoft.com/office/drawing/2014/main" id="{6C38D96E-8CCC-B167-6E93-CD7C0E077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649"/>
            <a:ext cx="12192000" cy="672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462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92CF63-1F0D-E192-B4D5-1C04D2EFB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802"/>
            <a:ext cx="12192000" cy="676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637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72DC3EE-C469-49E0-A83D-CA3BE525C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644774" y="0"/>
            <a:ext cx="9547224" cy="6858000"/>
          </a:xfrm>
          <a:custGeom>
            <a:avLst/>
            <a:gdLst>
              <a:gd name="connsiteX0" fmla="*/ 7924201 w 9547224"/>
              <a:gd name="connsiteY0" fmla="*/ 0 h 6858000"/>
              <a:gd name="connsiteX1" fmla="*/ 6830968 w 9547224"/>
              <a:gd name="connsiteY1" fmla="*/ 0 h 6858000"/>
              <a:gd name="connsiteX2" fmla="*/ 6514769 w 9547224"/>
              <a:gd name="connsiteY2" fmla="*/ 0 h 6858000"/>
              <a:gd name="connsiteX3" fmla="*/ 6050802 w 9547224"/>
              <a:gd name="connsiteY3" fmla="*/ 0 h 6858000"/>
              <a:gd name="connsiteX4" fmla="*/ 4341273 w 9547224"/>
              <a:gd name="connsiteY4" fmla="*/ 0 h 6858000"/>
              <a:gd name="connsiteX5" fmla="*/ 0 w 9547224"/>
              <a:gd name="connsiteY5" fmla="*/ 0 h 6858000"/>
              <a:gd name="connsiteX6" fmla="*/ 0 w 9547224"/>
              <a:gd name="connsiteY6" fmla="*/ 6858000 h 6858000"/>
              <a:gd name="connsiteX7" fmla="*/ 4341273 w 9547224"/>
              <a:gd name="connsiteY7" fmla="*/ 6858000 h 6858000"/>
              <a:gd name="connsiteX8" fmla="*/ 6050802 w 9547224"/>
              <a:gd name="connsiteY8" fmla="*/ 6858000 h 6858000"/>
              <a:gd name="connsiteX9" fmla="*/ 6514769 w 9547224"/>
              <a:gd name="connsiteY9" fmla="*/ 6858000 h 6858000"/>
              <a:gd name="connsiteX10" fmla="*/ 6830968 w 9547224"/>
              <a:gd name="connsiteY10" fmla="*/ 6858000 h 6858000"/>
              <a:gd name="connsiteX11" fmla="*/ 7044470 w 9547224"/>
              <a:gd name="connsiteY11" fmla="*/ 6858000 h 6858000"/>
              <a:gd name="connsiteX12" fmla="*/ 7156226 w 9547224"/>
              <a:gd name="connsiteY12" fmla="*/ 6780599 h 6858000"/>
              <a:gd name="connsiteX13" fmla="*/ 7672874 w 9547224"/>
              <a:gd name="connsiteY13" fmla="*/ 6374814 h 6858000"/>
              <a:gd name="connsiteX14" fmla="*/ 9547224 w 9547224"/>
              <a:gd name="connsiteY14" fmla="*/ 3621656 h 6858000"/>
              <a:gd name="connsiteX15" fmla="*/ 7946325 w 9547224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547224" h="6858000">
                <a:moveTo>
                  <a:pt x="7924201" y="0"/>
                </a:moveTo>
                <a:lnTo>
                  <a:pt x="6830968" y="0"/>
                </a:lnTo>
                <a:lnTo>
                  <a:pt x="6514769" y="0"/>
                </a:lnTo>
                <a:lnTo>
                  <a:pt x="6050802" y="0"/>
                </a:lnTo>
                <a:lnTo>
                  <a:pt x="4341273" y="0"/>
                </a:lnTo>
                <a:lnTo>
                  <a:pt x="0" y="0"/>
                </a:lnTo>
                <a:lnTo>
                  <a:pt x="0" y="6858000"/>
                </a:lnTo>
                <a:lnTo>
                  <a:pt x="4341273" y="6858000"/>
                </a:lnTo>
                <a:lnTo>
                  <a:pt x="6050802" y="6858000"/>
                </a:lnTo>
                <a:lnTo>
                  <a:pt x="6514769" y="6858000"/>
                </a:lnTo>
                <a:lnTo>
                  <a:pt x="6830968" y="6858000"/>
                </a:lnTo>
                <a:lnTo>
                  <a:pt x="7044470" y="6858000"/>
                </a:lnTo>
                <a:lnTo>
                  <a:pt x="7156226" y="6780599"/>
                </a:lnTo>
                <a:cubicBezTo>
                  <a:pt x="7330044" y="6653108"/>
                  <a:pt x="7500671" y="6515397"/>
                  <a:pt x="7672874" y="6374814"/>
                </a:cubicBezTo>
                <a:cubicBezTo>
                  <a:pt x="8618499" y="5602839"/>
                  <a:pt x="9547224" y="4969131"/>
                  <a:pt x="9547224" y="3621656"/>
                </a:cubicBezTo>
                <a:cubicBezTo>
                  <a:pt x="9547224" y="2093192"/>
                  <a:pt x="8973488" y="754641"/>
                  <a:pt x="7946325" y="14997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21220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17551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2" name="Picture 1" descr="A thank you card with blue text&#10;&#10;AI-generated content may be incorrect.">
            <a:extLst>
              <a:ext uri="{FF2B5EF4-FFF2-40B4-BE49-F238E27FC236}">
                <a16:creationId xmlns:a16="http://schemas.microsoft.com/office/drawing/2014/main" id="{3A8390B0-0ABA-6C11-4AC8-1D37BD68E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1" y="1289811"/>
            <a:ext cx="7111999" cy="424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545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300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90</cp:revision>
  <dcterms:created xsi:type="dcterms:W3CDTF">2026-06-17T17:31:01Z</dcterms:created>
  <dcterms:modified xsi:type="dcterms:W3CDTF">2026-06-17T17:56:07Z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8c544ca-bb84-4280-906e-934547e1d30c_Enabled">
    <vt:lpwstr>true</vt:lpwstr>
  </property>
  <property fmtid="{D5CDD505-2E9C-101B-9397-08002B2CF9AE}" pid="3" name="MSIP_Label_a8c544ca-bb84-4280-906e-934547e1d30c_SetDate">
    <vt:lpwstr>2026-06-17T17:31:35Z</vt:lpwstr>
  </property>
  <property fmtid="{D5CDD505-2E9C-101B-9397-08002B2CF9AE}" pid="4" name="MSIP_Label_a8c544ca-bb84-4280-906e-934547e1d30c_Method">
    <vt:lpwstr>Privileged</vt:lpwstr>
  </property>
  <property fmtid="{D5CDD505-2E9C-101B-9397-08002B2CF9AE}" pid="5" name="MSIP_Label_a8c544ca-bb84-4280-906e-934547e1d30c_Name">
    <vt:lpwstr>Internal - General Use</vt:lpwstr>
  </property>
  <property fmtid="{D5CDD505-2E9C-101B-9397-08002B2CF9AE}" pid="6" name="MSIP_Label_a8c544ca-bb84-4280-906e-934547e1d30c_SiteId">
    <vt:lpwstr>258ac4e4-146a-411e-9dc8-79a9e12fd6da</vt:lpwstr>
  </property>
  <property fmtid="{D5CDD505-2E9C-101B-9397-08002B2CF9AE}" pid="7" name="MSIP_Label_a8c544ca-bb84-4280-906e-934547e1d30c_ActionId">
    <vt:lpwstr>977d20e5-4c84-45dc-bb60-6087d6927a22</vt:lpwstr>
  </property>
  <property fmtid="{D5CDD505-2E9C-101B-9397-08002B2CF9AE}" pid="8" name="MSIP_Label_a8c544ca-bb84-4280-906e-934547e1d30c_ContentBits">
    <vt:lpwstr>2</vt:lpwstr>
  </property>
  <property fmtid="{D5CDD505-2E9C-101B-9397-08002B2CF9AE}" pid="9" name="MSIP_Label_a8c544ca-bb84-4280-906e-934547e1d30c_Tag">
    <vt:lpwstr>10, 0, 1, 2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 - General Use</vt:lpwstr>
  </property>
</Properties>
</file>